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73c1151e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73c1151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73c115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73c115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73c1152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73c1152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c73c11521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c73c11521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73c11521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73c11521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4f5d41b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4f5d41b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f4f5d41b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f4f5d41b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f4f62d30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f4f62d30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f4f62d308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f4f62d30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Разработка экшен игры на Python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Выполнил Бусов Ярослав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Экшен игра</a:t>
            </a:r>
            <a:endParaRPr sz="43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Идея моего проекта заключается в том, что игрок должен пробираться через подземелья, </a:t>
            </a:r>
            <a:r>
              <a:rPr lang="ru" sz="2200"/>
              <a:t>отстреливаясь</a:t>
            </a:r>
            <a:r>
              <a:rPr lang="ru" sz="2200"/>
              <a:t> от зомби. Она пришла после того, как я посмотрел проекты одногруппников и сыграл в игры с похожей </a:t>
            </a:r>
            <a:r>
              <a:rPr lang="ru" sz="2200"/>
              <a:t>геймплеем.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Актуальность игры</a:t>
            </a:r>
            <a:endParaRPr sz="4300"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В наше время игровая является популярной и </a:t>
            </a:r>
            <a:r>
              <a:rPr lang="ru" sz="2200"/>
              <a:t>быстроразвивающейся</a:t>
            </a:r>
            <a:r>
              <a:rPr lang="ru" sz="2200"/>
              <a:t> нишей. Многие люди проводят время за компьютерными играми, поэтому мой проект можно считать актуальным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Актуальность игры</a:t>
            </a:r>
            <a:endParaRPr sz="43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Также для меня этот проект интересен, потому что я увлекаюсь играми в жанре экшен и мне нравится программировать на Python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Анализ конкурентов</a:t>
            </a:r>
            <a:endParaRPr sz="4300"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4636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Одна из игр, выполненная в таком же стиле называется Soul Knight, в ней также игрок пробирается сквозь подземелья, но в моем проекте геймплей более прост и легок для понимания</a:t>
            </a:r>
            <a:endParaRPr sz="2200"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763" y="1834288"/>
            <a:ext cx="2847975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125150" y="393750"/>
            <a:ext cx="7862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Что я умел делать до проекта:</a:t>
            </a:r>
            <a:endParaRPr sz="4300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20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" sz="2200"/>
              <a:t>Решать типовые задачи  на Python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" sz="2200"/>
              <a:t>Работать с функциями, </a:t>
            </a:r>
            <a:r>
              <a:rPr lang="ru" sz="2200"/>
              <a:t>коллекциями</a:t>
            </a:r>
            <a:r>
              <a:rPr lang="ru" sz="2200"/>
              <a:t>, библиотеками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" sz="2200"/>
              <a:t>Базовая работа с классами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Реализация проекта</a:t>
            </a:r>
            <a:endParaRPr sz="4300"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Для своего проекта я решил использовать библиотеку Superwires,  которая основана на библиотеке Pygame. Pygame - основная библиотека для разработки игр на Python, а Superwires упрощает код и делает написание игры проще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Реализация проекта</a:t>
            </a:r>
            <a:endParaRPr sz="4300"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855500" y="1567550"/>
            <a:ext cx="3832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В моей игре большой уклон делается на математику: </a:t>
            </a:r>
            <a:r>
              <a:rPr lang="ru" sz="2200"/>
              <a:t>Рассчитывается</a:t>
            </a:r>
            <a:r>
              <a:rPr lang="ru" sz="2200"/>
              <a:t> ускорение движение персонажа, угол полета пули при </a:t>
            </a:r>
            <a:r>
              <a:rPr lang="ru" sz="2200"/>
              <a:t>помощи</a:t>
            </a:r>
            <a:r>
              <a:rPr lang="ru" sz="2200"/>
              <a:t> синусов и косинусов, работа с окружностями.</a:t>
            </a:r>
            <a:endParaRPr sz="2200"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300" y="1723625"/>
            <a:ext cx="4248450" cy="13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125150" y="393750"/>
            <a:ext cx="7862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/>
              <a:t>Что я научился делать:</a:t>
            </a:r>
            <a:endParaRPr sz="4300"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567550"/>
            <a:ext cx="7020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ru" sz="2500"/>
              <a:t>Работать с библиотеками pygame, superwires</a:t>
            </a:r>
            <a:endParaRPr sz="2500"/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ru" sz="2500"/>
              <a:t>ООП и его </a:t>
            </a:r>
            <a:r>
              <a:rPr lang="ru" sz="2500"/>
              <a:t>принципы</a:t>
            </a:r>
            <a:r>
              <a:rPr lang="ru" sz="2500"/>
              <a:t>, работа с классами и их методами</a:t>
            </a:r>
            <a:endParaRPr sz="2500"/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ru" sz="2500"/>
              <a:t>Создавать простые игры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125150" y="393750"/>
            <a:ext cx="7862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84500" y="2022950"/>
            <a:ext cx="9144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6000"/>
              <a:t>Спасибо за внимание!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